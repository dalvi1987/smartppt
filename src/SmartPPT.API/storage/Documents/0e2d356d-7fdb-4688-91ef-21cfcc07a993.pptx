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1809510955844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e54069802d4bdb"/>
  </p:sldMasterIdLst>
  <p:sldIdLst>
    <p:sldId xmlns:r="http://schemas.openxmlformats.org/officeDocument/2006/relationships" id="256" r:id="R0198be035d894457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e54069802d4bdb" /><Relationship Type="http://schemas.openxmlformats.org/officeDocument/2006/relationships/slide" Target="/ppt/slides/slide1.xml" Id="R0198be035d894457" /></Relationships>
</file>

<file path=ppt/slideLayouts/slideLayout1.xml><?xml version="1.0" encoding="utf-8"?>
<p:sldLayout xmlns:p="http://schemas.openxmlformats.org/presentationml/2006/main" type="blank" preserve="1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44f6648dae01431e" /><Relationship Type="http://schemas.openxmlformats.org/officeDocument/2006/relationships/slideLayout" Target="/ppt/slideLayouts/slideLayout1.xml" Id="R1b95641a1d4f47d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1" r:id="R1b95641a1d4f47df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39140026c4a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/>
            <a:r>
              <a:rPr lang="en-US" sz="2400"/>
              <a:t>SmartPPT Demo</a:t>
            </a:r>
            <a:endParaRPr lang="en-US" sz="2400"/>
          </a:p>
        </p:txBody>
      </p:sp>
      <p:sp>
        <p:nvSpPr>
          <p:cNvPr id="3" name="Text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7863840" cy="457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42900" lvl="0" indent="-171450">
              <a:buFont typeface="Arial"/>
              <a:buChar char="•"/>
            </a:pPr>
            <a:r>
              <a:rPr lang="en-US" sz="1800"/>
              <a:t>Welcome to SmartPPT, your AI-powered presentation assistant!</a:t>
            </a:r>
            <a:endParaRPr lang="en-US" sz="1800"/>
          </a:p>
        </p:txBody>
      </p:sp>
    </p:spTree>
  </p:cSld>
  <p:clrMapOvr>
    <a:masterClrMapping xmlns:a="http://schemas.openxmlformats.org/drawingml/2006/main"/>
  </p:clrMapOvr>
</p:sld>
</file>