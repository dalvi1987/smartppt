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d19cb91f2b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2b74d1b304dda"/>
  </p:sldMasterIdLst>
  <p:sldIdLst>
    <p:sldId xmlns:r="http://schemas.openxmlformats.org/officeDocument/2006/relationships" id="256" r:id="R2fddb11a3cfd4753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2b74d1b304dda" /><Relationship Type="http://schemas.openxmlformats.org/officeDocument/2006/relationships/slide" Target="/ppt/slides/slide1.xml" Id="R2fddb11a3cfd4753" /></Relationships>
</file>

<file path=ppt/slideLayouts/slideLayout1.xml><?xml version="1.0" encoding="utf-8"?>
<p:sldLayout xmlns:p="http://schemas.openxmlformats.org/presentationml/2006/main" type="tx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182e62504ae4f81" /><Relationship Type="http://schemas.openxmlformats.org/officeDocument/2006/relationships/slideLayout" Target="/ppt/slideLayouts/slideLayout1.xml" Id="R68553b31e87349e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1" r:id="R68553b31e87349e0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1e729d3d444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320"/>
            <a:ext cx="8229600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 lang="en-US" sz="2400" dirty="0"/>
              <a:t>SmartPPT Demo</a:t>
            </a:r>
            <a:endParaRPr lang="en-US" sz="2400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0080" y="1371600"/>
            <a:ext cx="7863840" cy="457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0" indent="-171450">
              <a:buFont typeface="Arial"/>
              <a:buChar char="•"/>
            </a:pPr>
            <a:r>
              <a:rPr lang="en-US" sz="1800" dirty="0"/>
              <a:t>Welcome to SmartPPT, your AI-powered presentation assistant!</a:t>
            </a:r>
            <a:endParaRPr lang="en-US" sz="1800"/>
          </a:p>
          <a:p xmlns:a="http://schemas.openxmlformats.org/drawingml/2006/main">
            <a:pPr marL="342900" lvl="0" indent="-171450">
              <a:buFont typeface="Arial"/>
              <a:buChar char="•"/>
            </a:pPr>
            <a:r>
              <a:rPr lang="en-US" sz="1800" dirty="0"/>
              <a:t>Welcome to SmartPPT, Shekhar!</a:t>
            </a:r>
            <a:endParaRPr lang="en-US" sz="1800"/>
          </a:p>
        </p:txBody>
      </p:sp>
    </p:spTree>
  </p:cSld>
  <p:clrMapOvr>
    <a:masterClrMapping xmlns:a="http://schemas.openxmlformats.org/drawingml/2006/main"/>
  </p:clrMapOvr>
</p:sld>
</file>